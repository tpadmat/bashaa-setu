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18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0" y="173355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rPr dirty="0"/>
              <a:t>User Input</a:t>
            </a:r>
          </a:p>
          <a:p>
            <a:r>
              <a:rPr dirty="0"/>
              <a:t>(Text + Language)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046797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rPr dirty="0"/>
              <a:t>React Frontend</a:t>
            </a:r>
          </a:p>
          <a:p>
            <a:r>
              <a:rPr dirty="0"/>
              <a:t>(Web / Mobile)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952625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rPr dirty="0" err="1"/>
              <a:t>FastAPI</a:t>
            </a:r>
            <a:r>
              <a:rPr dirty="0"/>
              <a:t> Backend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2667000" y="2722244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rPr dirty="0"/>
              <a:t>Translation Engine</a:t>
            </a:r>
          </a:p>
          <a:p>
            <a:r>
              <a:rPr dirty="0"/>
              <a:t>(Indian Languages)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7000" y="3746183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rPr dirty="0"/>
              <a:t>Speech Synthesis</a:t>
            </a:r>
          </a:p>
          <a:p>
            <a:r>
              <a:rPr dirty="0"/>
              <a:t>(TTS)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2571750" y="4709636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t>Audio Encoding</a:t>
            </a:r>
          </a:p>
          <a:p>
            <a:r>
              <a:t>(Base64)</a:t>
            </a:r>
          </a:p>
        </p:txBody>
      </p:sp>
      <p:sp>
        <p:nvSpPr>
          <p:cNvPr id="8" name="Rectangle 7"/>
          <p:cNvSpPr/>
          <p:nvPr/>
        </p:nvSpPr>
        <p:spPr>
          <a:xfrm>
            <a:off x="2571750" y="5673089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rPr dirty="0"/>
              <a:t>Translated Text + Audio Output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language&#10;&#10;AI-generated content may be incorrect.">
            <a:extLst>
              <a:ext uri="{FF2B5EF4-FFF2-40B4-BE49-F238E27FC236}">
                <a16:creationId xmlns:a16="http://schemas.microsoft.com/office/drawing/2014/main" id="{F09836DD-FC4D-521A-1E37-DB1B8DF33B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4170" y="180975"/>
            <a:ext cx="4108979" cy="6163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966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attachment">
            <a:extLst>
              <a:ext uri="{FF2B5EF4-FFF2-40B4-BE49-F238E27FC236}">
                <a16:creationId xmlns:a16="http://schemas.microsoft.com/office/drawing/2014/main" id="{AEF6DD9D-2C93-A978-5A5F-045A3CBAD42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421" y="390525"/>
            <a:ext cx="3661304" cy="5491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attachment">
            <a:extLst>
              <a:ext uri="{FF2B5EF4-FFF2-40B4-BE49-F238E27FC236}">
                <a16:creationId xmlns:a16="http://schemas.microsoft.com/office/drawing/2014/main" id="{8D3CD9DC-90A2-A324-4C19-502935AD6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9925" y="276226"/>
            <a:ext cx="4819650" cy="5968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0693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language translation system&#10;&#10;AI-generated content may be incorrect.">
            <a:extLst>
              <a:ext uri="{FF2B5EF4-FFF2-40B4-BE49-F238E27FC236}">
                <a16:creationId xmlns:a16="http://schemas.microsoft.com/office/drawing/2014/main" id="{550EAD4C-A3D1-23C6-D81A-AAD8EEDB17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6595" y="266700"/>
            <a:ext cx="3581399" cy="5715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AAE6FA-0D11-EE32-5C33-DB175F664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267" y="5726871"/>
            <a:ext cx="900783" cy="336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250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37</Words>
  <Application>Microsoft Office PowerPoint</Application>
  <PresentationFormat>On-screen Show (4:3)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Padma</dc:creator>
  <cp:keywords/>
  <dc:description>generated using python-pptx</dc:description>
  <cp:lastModifiedBy>profpadmat@gmail.com</cp:lastModifiedBy>
  <cp:revision>4</cp:revision>
  <dcterms:created xsi:type="dcterms:W3CDTF">2013-01-27T09:14:16Z</dcterms:created>
  <dcterms:modified xsi:type="dcterms:W3CDTF">2025-12-15T09:51:55Z</dcterms:modified>
  <cp:category/>
</cp:coreProperties>
</file>